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LEADERSHIP BRIEFING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inventing bicycles in Terraform.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is the mandatory enterprise-standards server for every agent that writes infrastructure — one policy, every AWS account, every team.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DevOps teams · 20+ AWS accounts · 2 Organizations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decide.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each team inventing its own Terraform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Confluence and Copilot skill files failed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model — from a PR to a paged SRE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traffic-light compliance skill for leadership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teams. Twenty bicycles.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DevOps squad writes Terraform the way the last senior left it. Production certification waits on that drift. Auditors find it. Finance cannot roll it up. On-call cannot name an owner.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delay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service re-argues tags, names, regions, and OPA gates in review. Release trains slip while reviewers reconstruct the unwritten standard.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findings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databases, missing owner tags, and off-allow-list regions keep showing up because the rule lived in a person's head, not in the agent's loop.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is fiction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CostCentre, Project, and Team are optional in practice. Showback and rightsizing reports cannot be trusted across 20+ accounts.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 at 02:00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fire on db-prod, MyDatabase, or a 17-character hash. Nobody knows who to page — or whether the resource is even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BLACKOUT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that cannot be paged.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81B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db-prod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product? Which team? Which account?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81B1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MyDatabase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naming leaked into production.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81B1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tf-aws-rds-8f3c21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Autogenerated. Useless in PagerDuty.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81B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test-bucket-final-v2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safe to delete on Friday?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pattern is kebab {app}-{env}-{type}-{id}, 47 characters, env token required — so an alert already carries the owner and the blast radius.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is guesswork without Env.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production and playground share an account — or when two Organizations drift — you cannot retire spend you cannot classify.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Env / Environment tags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auto-stop and holiday-pause cannot be applied safely. Production gets paused, or UAT lives forever at production prices.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directory contract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catalog-info.yaml and /envs/production are supposed to win. Today a .tfvars leftover from a fork still ships Env=dev into prod.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AWS Organizations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bicycle is reinvented per org. A cleanup script that works in org A deletes the wrong RDS in org B.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cannot start from random tags.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mandatory CostCentre and Project:{org}:{component}, CUR reports become a spreadsheet archaeology project every quarter.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Rightsizing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65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ask a team to cut a 2xl if Owner and Team are blank. The ticket bounces until someone greps Git history.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1B1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977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Service-level cost needs Service + Env. Cryptic names make that join impossible. Leadership sees a blob, not a product.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lived where people left them.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181B1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— Confluence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pages, different spaces, no owner after a leaver.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DevOps joiners were pointed at a wiki tree and never opened it again.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cited tribal knowledge, not a versioned rule id.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certification became a negotiation, not a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181B1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Recently — Copilot / Claude skill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into .md skills inside Claude and GitHub Copilot.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copies. Twenty-plus AWS accounts, two Organizations, no refresh.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released on Monday is stale in a fork by Thursday.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also listen to HashiCorp Terraform MCP and AWS skills — and those win on conflict.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MCP. Mandatory in every Terraform repo.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81B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source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Ent-DevOps-Standards GitHub repo. Individual .md files. A release is the contract.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81B1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on release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chunks, embeds with Titan V2, upserts Qdrant. Rule ids replace the previous version.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81B1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retrieve first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enterprise_get_standards before any .tf is written. Validate before the PR is considered done.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81B1E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 100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beats Terraform MCP (40) and AWS skills (30) on every conflict. Policy, not a suggestion.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standards PR to a paged SRE.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versioned release feeds the MCP, every Terraform agent, Cost Explorer, and Datadog. Tags and names are the same contract.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11247120" cy="1115568"/>
          </a:xfrm>
          <a:prstGeom prst="roundRect">
            <a:avLst>
              <a:gd name="adj" fmla="val 4918"/>
            </a:avLst>
          </a:prstGeom>
          <a:solidFill>
            <a:srgbClr val="181B1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9105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WRITE THE STANDARD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84708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0482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.md rule. Open a PR.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81051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184708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repo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07408" y="20482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Ent-DevOps-Standards. One file per rule.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181051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16" name="Text 14"/>
          <p:cNvSpPr/>
          <p:nvPr/>
        </p:nvSpPr>
        <p:spPr>
          <a:xfrm>
            <a:off x="8110728" y="184708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10728" y="20482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approve, tag a versioned release.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11247120" cy="1115568"/>
          </a:xfrm>
          <a:prstGeom prst="roundRect">
            <a:avLst>
              <a:gd name="adj" fmla="val 4918"/>
            </a:avLst>
          </a:prstGeom>
          <a:solidFill>
            <a:srgbClr val="181B1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7977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INGEST AND SERVE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299923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03580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webhook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" y="323697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new .md. Chunks. Embeds Titan V2.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99923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24" name="Text 22"/>
          <p:cNvSpPr/>
          <p:nvPr/>
        </p:nvSpPr>
        <p:spPr>
          <a:xfrm>
            <a:off x="4407408" y="303580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07408" y="323697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index. A release replaces the prior version.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299923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27" name="Text 25"/>
          <p:cNvSpPr/>
          <p:nvPr/>
        </p:nvSpPr>
        <p:spPr>
          <a:xfrm>
            <a:off x="8110728" y="303580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console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10728" y="323697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at precedence 100. Operator console.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11247120" cy="1115568"/>
          </a:xfrm>
          <a:prstGeom prst="roundRect">
            <a:avLst>
              <a:gd name="adj" fmla="val 4918"/>
            </a:avLst>
          </a:prstGeom>
          <a:solidFill>
            <a:srgbClr val="181B1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96849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WRITE THE INFRASTRUCTURE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418795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2245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DevOps teams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" y="442569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write Terraform for each project’s AWS.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418795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35" name="Text 33"/>
          <p:cNvSpPr/>
          <p:nvPr/>
        </p:nvSpPr>
        <p:spPr>
          <a:xfrm>
            <a:off x="4407408" y="42245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repos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07408" y="442569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mcp.json. Retrieve before emitting HCL.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418795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38" name="Text 36"/>
          <p:cNvSpPr/>
          <p:nvPr/>
        </p:nvSpPr>
        <p:spPr>
          <a:xfrm>
            <a:off x="8110728" y="42245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Named, tagged AWS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10728" y="442569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{app}-{env}-{type}-{id} plus Owner, Project, Env.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102352"/>
            <a:ext cx="11247120" cy="1115568"/>
          </a:xfrm>
          <a:prstGeom prst="roundRect">
            <a:avLst>
              <a:gd name="adj" fmla="val 4918"/>
            </a:avLst>
          </a:prstGeom>
          <a:solidFill>
            <a:srgbClr val="181B1E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15721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OPERATE WITH THE SAME CONTRACT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537667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" y="541324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· Cost Explorer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4088" y="561441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ProjectX staging $XXX vs production $XX, 3 accounts.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97680" y="537667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46" name="Text 44"/>
          <p:cNvSpPr/>
          <p:nvPr/>
        </p:nvSpPr>
        <p:spPr>
          <a:xfrm>
            <a:off x="4407408" y="541324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07408" y="561441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and names route a prod alert to the owning SRE.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01000" y="5376672"/>
            <a:ext cx="3566160" cy="749808"/>
          </a:xfrm>
          <a:prstGeom prst="roundRect">
            <a:avLst>
              <a:gd name="adj" fmla="val 4878"/>
            </a:avLst>
          </a:prstGeom>
          <a:solidFill>
            <a:srgbClr val="111315"/>
          </a:solidFill>
          <a:ln/>
        </p:spPr>
      </p:sp>
      <p:sp>
        <p:nvSpPr>
          <p:cNvPr id="49" name="Text 47"/>
          <p:cNvSpPr/>
          <p:nvPr/>
        </p:nvSpPr>
        <p:spPr>
          <a:xfrm>
            <a:off x="8110728" y="541324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team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10728" y="561441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production. Ignores non-prod. Knows the owner.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SKILL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Traffic-light on every infrastructure codebase.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InfraCop skill — enterprise_compliance_score — scores a project's Terraform against the live standard. Tech leadership sees a light, not a 40-page audit.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81B1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86000"/>
            <a:ext cx="256032" cy="256032"/>
          </a:xfrm>
          <a:prstGeom prst="ellipse">
            <a:avLst/>
          </a:prstGeom>
          <a:solidFill>
            <a:srgbClr val="7FA88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mandatory rules pass. Safe to certify and release.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0574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81B1E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2286000"/>
            <a:ext cx="256032" cy="256032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65–85%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plan required this quarter. Do not expand the footprint.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0574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81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2286000"/>
            <a:ext cx="256032" cy="256032"/>
          </a:xfrm>
          <a:prstGeom prst="ellipse">
            <a:avLst/>
          </a:prstGeom>
          <a:solidFill>
            <a:srgbClr val="C45C4A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3383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Escalate. Block production certification until the gap closes.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is reserved for all-compliant. Scores 86–99% stay Yellow until remaining mandatory failures are closed. Recommended-only findings do not move the light.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PORTFOLIO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leadership would see on Monday.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097280"/>
                <a:gridCol w="1280160"/>
                <a:gridCol w="48463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payments-api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prod-payments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tags, names, regions, no public 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checkout-bff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prod-retail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CostCentre on 4 modules; two names without env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data-scratch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RDS, us-west-2, Owner blank, cleanup candidates unnamed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the config is mandatory.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212080"/>
                <a:gridCol w="58521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InfraCop MCP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Standards scattered on Confluence; abandoned on attrition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GitHub repo. A release is the only way a rule changes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joiners do not use the standard in daily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agent must retrieve it before it emits Terraform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/ Copilot .md skills go stale across 20+ accounts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re-ingests on every standards release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HashiCorp and AWS MCP examples win on conflict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InfraCop precedence 100. Other MCPs are references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 is a human negotiation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enterprise_validate_terraform is fail-closed. Light is public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C9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Leadership hears about drift in the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Traffic-light per repo, every Monday, before the auditor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A0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7EA2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InfraCop MCP  ·  confidential  ·  tech leadership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InfraCop MCP mandatory.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infracop-mcp to every Terraform repository as required agent config (mcp.json + AGENTS.md).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Ent-DevOps-Standards GitHub release webhook at ingest. No other copy of the standard is authoritative.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enterprise_compliance_score as a PR check and a weekly leadership scorecard.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023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Yellow as a tracked improvement item. Treat Red as a release block.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bicycle. Maintained. Ridden by every agent that writes our infrastructure.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InfraCop MCP — Tech leadership briefing</dc:title>
  <dc:subject>Enterprise Terraform standards via MCP</dc:subject>
  <dc:creator>InfraCop</dc:creator>
  <cp:lastModifiedBy>InfraCop</cp:lastModifiedBy>
  <cp:revision>1</cp:revision>
  <dcterms:created xsi:type="dcterms:W3CDTF">2026-08-28T12:03:29Z</dcterms:created>
  <dcterms:modified xsi:type="dcterms:W3CDTF">2026-08-28T12:03:29Z</dcterms:modified>
</cp:coreProperties>
</file>